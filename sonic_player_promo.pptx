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E8C547"/>
                </a:solidFill>
                <a:latin typeface="Arial"/>
              </a:defRPr>
            </a:pPr>
            <a:r>
              <a:t>SONIC PLAYER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4747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9A968E"/>
                </a:solidFill>
                <a:latin typeface="Arial"/>
              </a:defRPr>
            </a:pPr>
            <a:r>
              <a:t>Modern Music Streaming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114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6635E"/>
                </a:solidFill>
                <a:latin typeface="Arial"/>
              </a:defRPr>
            </a:pPr>
            <a:r>
              <a:t>by CYBER · HACKER · Studio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E8C547"/>
                </a:solidFill>
                <a:latin typeface="Arial"/>
              </a:defRPr>
            </a:pPr>
            <a:r>
              <a:t>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9A968E"/>
                </a:solidFill>
                <a:latin typeface="Arial"/>
              </a:defRPr>
            </a:pPr>
            <a:r>
              <a:t>✦  YouTube Music Search — millions of tracks with 20-200 results</a:t>
            </a:r>
          </a:p>
          <a:p>
            <a:pPr>
              <a:spcAft>
                <a:spcPts val="1200"/>
              </a:spcAft>
              <a:defRPr sz="2000">
                <a:solidFill>
                  <a:srgbClr val="9A968E"/>
                </a:solidFill>
                <a:latin typeface="Arial"/>
              </a:defRPr>
            </a:pPr>
            <a:r>
              <a:t>✦  Smart AI Recommendations — based on your listening history</a:t>
            </a:r>
          </a:p>
          <a:p>
            <a:pPr>
              <a:spcAft>
                <a:spcPts val="1200"/>
              </a:spcAft>
              <a:defRPr sz="2000">
                <a:solidFill>
                  <a:srgbClr val="9A968E"/>
                </a:solidFill>
                <a:latin typeface="Arial"/>
              </a:defRPr>
            </a:pPr>
            <a:r>
              <a:t>✦  YouTube Playlists — browse channels as playlists</a:t>
            </a:r>
          </a:p>
          <a:p>
            <a:pPr>
              <a:spcAft>
                <a:spcPts val="1200"/>
              </a:spcAft>
              <a:defRPr sz="2000">
                <a:solidFill>
                  <a:srgbClr val="9A968E"/>
                </a:solidFill>
                <a:latin typeface="Arial"/>
              </a:defRPr>
            </a:pPr>
            <a:r>
              <a:t>✦  7 Visualizer Modes — Bars, Wave, Circle, Fire, Aurora, Plasma, Rings</a:t>
            </a:r>
          </a:p>
          <a:p>
            <a:pPr>
              <a:spcAft>
                <a:spcPts val="1200"/>
              </a:spcAft>
              <a:defRPr sz="2000">
                <a:solidFill>
                  <a:srgbClr val="9A968E"/>
                </a:solidFill>
                <a:latin typeface="Arial"/>
              </a:defRPr>
            </a:pPr>
            <a:r>
              <a:t>✦  Offline Downloads — save and play without internet</a:t>
            </a:r>
          </a:p>
          <a:p>
            <a:pPr>
              <a:spcAft>
                <a:spcPts val="1200"/>
              </a:spcAft>
              <a:defRPr sz="2000">
                <a:solidFill>
                  <a:srgbClr val="9A968E"/>
                </a:solidFill>
                <a:latin typeface="Arial"/>
              </a:defRPr>
            </a:pPr>
            <a:r>
              <a:t>✦  Playlists with Album Art — organized with thumbnails</a:t>
            </a:r>
          </a:p>
          <a:p>
            <a:pPr>
              <a:spcAft>
                <a:spcPts val="1200"/>
              </a:spcAft>
              <a:defRPr sz="2000">
                <a:solidFill>
                  <a:srgbClr val="9A968E"/>
                </a:solidFill>
                <a:latin typeface="Arial"/>
              </a:defRPr>
            </a:pPr>
            <a:r>
              <a:t>✦  Synced Lyrics — auto-scrolling LRC support</a:t>
            </a:r>
          </a:p>
          <a:p>
            <a:pPr>
              <a:spcAft>
                <a:spcPts val="1200"/>
              </a:spcAft>
              <a:defRPr sz="2000">
                <a:solidFill>
                  <a:srgbClr val="9A968E"/>
                </a:solidFill>
                <a:latin typeface="Arial"/>
              </a:defRPr>
            </a:pPr>
            <a:r>
              <a:t>✦  Real-time Audio Visualizer — react to sound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E8C547"/>
                </a:solidFill>
                <a:latin typeface="Arial"/>
              </a:defRPr>
            </a:pPr>
            <a:r>
              <a:t>Tech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9A968E"/>
                </a:solidFill>
                <a:latin typeface="Arial"/>
              </a:defRPr>
            </a:pPr>
            <a:r>
              <a:t>✦  Frontend: Next.js 16 + React 18 + TypeScript</a:t>
            </a:r>
          </a:p>
          <a:p>
            <a:pPr>
              <a:spcAft>
                <a:spcPts val="1200"/>
              </a:spcAft>
              <a:defRPr sz="2000">
                <a:solidFill>
                  <a:srgbClr val="9A968E"/>
                </a:solidFill>
                <a:latin typeface="Arial"/>
              </a:defRPr>
            </a:pPr>
            <a:r>
              <a:t>✦  Styling: Tailwind CSS 4 + Radix UI + Framer Motion</a:t>
            </a:r>
          </a:p>
          <a:p>
            <a:pPr>
              <a:spcAft>
                <a:spcPts val="1200"/>
              </a:spcAft>
              <a:defRPr sz="2000">
                <a:solidFill>
                  <a:srgbClr val="9A968E"/>
                </a:solidFill>
                <a:latin typeface="Arial"/>
              </a:defRPr>
            </a:pPr>
            <a:r>
              <a:t>✦  State Management: Zustand 5</a:t>
            </a:r>
          </a:p>
          <a:p>
            <a:pPr>
              <a:spcAft>
                <a:spcPts val="1200"/>
              </a:spcAft>
              <a:defRPr sz="2000">
                <a:solidFill>
                  <a:srgbClr val="9A968E"/>
                </a:solidFill>
                <a:latin typeface="Arial"/>
              </a:defRPr>
            </a:pPr>
            <a:r>
              <a:t>✦  Backend: FastAPI (Python) + Uvicorn</a:t>
            </a:r>
          </a:p>
          <a:p>
            <a:pPr>
              <a:spcAft>
                <a:spcPts val="1200"/>
              </a:spcAft>
              <a:defRPr sz="2000">
                <a:solidFill>
                  <a:srgbClr val="9A968E"/>
                </a:solidFill>
                <a:latin typeface="Arial"/>
              </a:defRPr>
            </a:pPr>
            <a:r>
              <a:t>✦  Streaming: yt-dlp + FFmpeg with smart caching</a:t>
            </a:r>
          </a:p>
          <a:p>
            <a:pPr>
              <a:spcAft>
                <a:spcPts val="1200"/>
              </a:spcAft>
              <a:defRPr sz="2000">
                <a:solidFill>
                  <a:srgbClr val="9A968E"/>
                </a:solidFill>
                <a:latin typeface="Arial"/>
              </a:defRPr>
            </a:pPr>
            <a:r>
              <a:t>✦  Lyrics: syncedlyrics LRC</a:t>
            </a:r>
          </a:p>
          <a:p>
            <a:pPr>
              <a:spcAft>
                <a:spcPts val="1200"/>
              </a:spcAft>
              <a:defRPr sz="2000">
                <a:solidFill>
                  <a:srgbClr val="9A968E"/>
                </a:solidFill>
                <a:latin typeface="Arial"/>
              </a:defRPr>
            </a:pPr>
            <a:r>
              <a:t>✦  Audio Engine: Dual-element pre-buffering for seamless playback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E8C547"/>
                </a:solidFill>
                <a:latin typeface="Arial"/>
              </a:defRPr>
            </a:pPr>
            <a:r>
              <a:t>Screenshots</a:t>
            </a:r>
          </a:p>
        </p:txBody>
      </p:sp>
      <p:pic>
        <p:nvPicPr>
          <p:cNvPr id="3" name="Picture 2" descr="1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486400" cy="2560320"/>
          </a:xfrm>
          <a:prstGeom prst="rect">
            <a:avLst/>
          </a:prstGeom>
        </p:spPr>
      </p:pic>
      <p:pic>
        <p:nvPicPr>
          <p:cNvPr id="4" name="Picture 3" descr="2_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486400" cy="2560320"/>
          </a:xfrm>
          <a:prstGeom prst="rect">
            <a:avLst/>
          </a:prstGeom>
        </p:spPr>
      </p:pic>
      <p:pic>
        <p:nvPicPr>
          <p:cNvPr id="5" name="Picture 4" descr="3_play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114800"/>
            <a:ext cx="5486400" cy="2560320"/>
          </a:xfrm>
          <a:prstGeom prst="rect">
            <a:avLst/>
          </a:prstGeom>
        </p:spPr>
      </p:pic>
      <p:pic>
        <p:nvPicPr>
          <p:cNvPr id="6" name="Picture 5" descr="4_librar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4114800"/>
            <a:ext cx="548640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E8C547"/>
                </a:solidFill>
                <a:latin typeface="Arial"/>
              </a:defRPr>
            </a:pPr>
            <a:r>
              <a:t>7 Visualizer Modes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8C547"/>
                </a:solidFill>
                <a:latin typeface="Arial"/>
              </a:defRPr>
            </a:pPr>
            <a:r>
              <a:t>Bars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37744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A968E"/>
                </a:solidFill>
                <a:latin typeface="Arial"/>
              </a:defRPr>
            </a:pPr>
            <a:r>
              <a:t>Classic frequency bars with smooth gradients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31920" y="182880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8C547"/>
                </a:solidFill>
                <a:latin typeface="Arial"/>
              </a:defRPr>
            </a:pPr>
            <a:r>
              <a:t>Wave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920" y="237744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A968E"/>
                </a:solidFill>
                <a:latin typeface="Arial"/>
              </a:defRPr>
            </a:pPr>
            <a:r>
              <a:t>Lissajous-style oscilloscope wave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8C547"/>
                </a:solidFill>
                <a:latin typeface="Arial"/>
              </a:defRPr>
            </a:pPr>
            <a:r>
              <a:t>Circle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37744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A968E"/>
                </a:solidFill>
                <a:latin typeface="Arial"/>
              </a:defRPr>
            </a:pPr>
            <a:r>
              <a:t>Radial frequency spokes with center pulse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59" y="182880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8C547"/>
                </a:solidFill>
                <a:latin typeface="Arial"/>
              </a:defRPr>
            </a:pPr>
            <a:r>
              <a:t>Fire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59" y="237744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A968E"/>
                </a:solidFill>
                <a:latin typeface="Arial"/>
              </a:defRPr>
            </a:pPr>
            <a:r>
              <a:t>Bottom-up flame bars with glowing particles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65760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8C547"/>
                </a:solidFill>
                <a:latin typeface="Arial"/>
              </a:defRPr>
            </a:pPr>
            <a:r>
              <a:t>Aurora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20624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A968E"/>
                </a:solidFill>
                <a:latin typeface="Arial"/>
              </a:defRPr>
            </a:pPr>
            <a:r>
              <a:t>Northern lights flowing layers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365760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8C547"/>
                </a:solidFill>
                <a:latin typeface="Arial"/>
              </a:defRPr>
            </a:pPr>
            <a:r>
              <a:t>Plasma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420624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A968E"/>
                </a:solidFill>
                <a:latin typeface="Arial"/>
              </a:defRPr>
            </a:pPr>
            <a:r>
              <a:t>Real-time per-pixel colorful plasma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65760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8C547"/>
                </a:solidFill>
                <a:latin typeface="Arial"/>
              </a:defRPr>
            </a:pPr>
            <a:r>
              <a:t>Rings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20624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A968E"/>
                </a:solidFill>
                <a:latin typeface="Arial"/>
              </a:defRPr>
            </a:pPr>
            <a:r>
              <a:t>Concentric pulsing rings with glow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E8C547"/>
                </a:solidFill>
                <a:latin typeface="Arial"/>
              </a:defRPr>
            </a:pPr>
            <a:r>
              <a:t>SONIC PLAYER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A968E"/>
                </a:solidFill>
                <a:latin typeface="Arial"/>
              </a:defRPr>
            </a:pPr>
            <a:r>
              <a:t>Open Source  ·  Free  ·  Premium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E8C547"/>
                </a:solidFill>
                <a:latin typeface="Arial"/>
              </a:defRPr>
            </a:pPr>
            <a:r>
              <a:t>github.com/CYBER-HACKER-Studio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303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635E"/>
                </a:solidFill>
                <a:latin typeface="Arial"/>
              </a:defRPr>
            </a:pPr>
            <a:r>
              <a:t>CYBER · HACKER · Studio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